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493776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2141A"/>
                </a:solidFill>
                <a:latin typeface="Calibri"/>
              </a:rPr>
              <a:t>RegretGate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60320"/>
            <a:ext cx="7772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36E"/>
                </a:solidFill>
                <a:latin typeface="Calibri"/>
              </a:rPr>
              <a:t>Action-aware AI Control Plane</a:t>
            </a:r>
            <a:br/>
            <a:r>
              <a:t>Accenture Innovation Challenge Round 2 - ControlPlane.ai</a:t>
            </a:r>
            <a:br/>
            <a:r>
              <a:t>Act with confidence. Verify only when the regret is high.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2141A"/>
                </a:solidFill>
                <a:latin typeface="Calibri"/>
              </a:rPr>
              <a:t>1. Problem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AI already moves money, data, and people - failures found too late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Confidently wrong · Quietly expensive · Subtly unsafe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Oversight fragmented across quality, cost, and safety tools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Gap: detection after commit, when liability and cost are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2141A"/>
                </a:solidFill>
                <a:latin typeface="Calibri"/>
              </a:rPr>
              <a:t>Real-world complexities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Different use cases =&gt; different latency and risk budgets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Bias, hallucination, and privacy often overlap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No reliable real-time ground truth for every claim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Over-flag fatigue vs under-flag liability must be tuned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Multi-turn agents compound risk; regulation varies by region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Models consumed via API =&gt; operate at the input/output layer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2141A"/>
                </a:solidFill>
                <a:latin typeface="Calibri"/>
              </a:rPr>
              <a:t>2. Solution - RegretGate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Expected Regret = P(failure) x Impact x Irreversibility (0-100)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Pre-commit gate on pending actions (reply/send/refund/approve/execute)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Parallel checks: performance, cost/thrash, responsibility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Responsibility risks hard-block (override the normal ladder)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Ladder: Pass -&gt; Receipt -&gt; Soft rewrite -&gt; Hold/HITL -&gt; Hard block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Feedback loop recalibrates thresholds from human decisions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2141A"/>
                </a:solidFill>
                <a:latin typeface="Calibri"/>
              </a:rPr>
              <a:t>Intervention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Near-zero -&gt; Pass instantly (minimal latency)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Low -&gt; Attach receipt (auditability)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Medium -&gt; Soft rewrite (light verification)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High -&gt; Hold at gate (proof or human escalation)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Critical -&gt; Hard block (PII / secrets / unsafe / policy)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Lightweight triage first; deeper verification only when regret is high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2141A"/>
                </a:solidFill>
                <a:latin typeface="Calibri"/>
              </a:rPr>
              <a:t>3. Target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AI Platform / MLOps - consistent gate without killing latency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Risk / Compliance / Privacy - audit trail, geo packs, hard blocks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Business process owners - HITL only where irreversibility is high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CIO / Responsible AI sponsors - FP/FN proxies and trust metrics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2141A"/>
                </a:solidFill>
                <a:latin typeface="Calibri"/>
              </a:rPr>
              <a:t>4. Business case and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Faster where safe; strict where irreversible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Reduce leakage and bad automated payouts before production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Cut quietly expensive agent thrash before spend compounds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Tune over/under-flagging via thresholds + feedback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Illustrative scale: tens of thousands of AI interactions / week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2141A"/>
                </a:solidFill>
                <a:latin typeface="Calibri"/>
              </a:rPr>
              <a:t>5. Phased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Phase 0 - Prototype (this submission): working PoC + docs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Phase 1 - Pilot: shadow-&gt;enforce, audit store, PII, FP/FN labels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Phase 2 - Platform: policy studio, compounding graph, GRC export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Phase 3 - Enterprise: multi-tenant, SDKs, continuous calibration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2141A"/>
                </a:solidFill>
                <a:latin typeface="Calibri"/>
              </a:rPr>
              <a:t>6. Risks and mitigations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Over-flagging -&gt; ladder + tunable thresholds + fatigue metrics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Under-flagging -&gt; responsibility hard block independent of score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No ground truth -&gt; receipts, hedges, HITL holds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Aging rules -&gt; feedback recalibration + versioned policy packs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Latency risk -&gt; parallel checks + fast path for low regret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2141A"/>
                </a:solidFill>
                <a:latin typeface="Calibri"/>
              </a:rPr>
              <a:t>Prototype and how to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GitHub: github.com/harshalDharpure/controlplane-regretgate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Surfaces: Control Plane (/) · Scenarios (/scenarios) · Ops (/ops)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Run: npm install -&gt; npm run dev -&gt; http://localhost:3000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No API keys required for the core demo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2141A"/>
                </a:solidFill>
                <a:latin typeface="Calibri"/>
              </a:rPr>
              <a:t>Demonstrates: score -&gt; ladder -&gt; hard block -&gt; HITL -&gt; feedback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493776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2141A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60320"/>
            <a:ext cx="7772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36E"/>
                </a:solidFill>
                <a:latin typeface="Calibri"/>
              </a:rPr>
              <a:t>RegretGate - Minimize Expected Regret</a:t>
            </a:r>
            <a:br/>
            <a:r>
              <a:t>Every action scored · Every high-regret action verified</a:t>
            </a:r>
            <a:br/>
            <a:r>
              <a:t>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