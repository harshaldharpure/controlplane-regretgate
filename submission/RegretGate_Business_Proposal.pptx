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18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502920"/>
            <a:ext cx="4572000" cy="365760"/>
          </a:xfrm>
          <a:prstGeom prst="roundRect">
            <a:avLst>
              <a:gd name="adj" fmla="val 40000"/>
            </a:avLst>
          </a:prstGeom>
          <a:solidFill>
            <a:srgbClr val="F3E5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Accenture Innovation Challenge  · 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5156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RegretGate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74519"/>
            <a:ext cx="1371600" cy="91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2148840"/>
            <a:ext cx="10149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AI failures are found too late - after reply, send, refund, approve, or execute.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566160"/>
            <a:ext cx="3200400" cy="169164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ctr">
              <a:spcBef>
                <a:spcPts val="1000"/>
              </a:spcBef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Harshal Dharpure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Leader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730752"/>
            <a:ext cx="1097280" cy="2743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LEADER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3200400" cy="1691640"/>
          </a:xfrm>
          <a:prstGeom prst="roundRect">
            <a:avLst>
              <a:gd name="adj" fmla="val 10000"/>
            </a:avLst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ctr">
              <a:spcBef>
                <a:spcPts val="1800"/>
              </a:spcBef>
            </a:pPr>
            <a:r>
              <a:rPr lang="en-IN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Siddhartha</a:t>
            </a: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Srivastava</a:t>
            </a:r>
          </a:p>
          <a:p>
            <a:pPr algn="ctr">
              <a:spcBef>
                <a:spcPts val="600"/>
              </a:spcBef>
            </a:pPr>
            <a:r>
              <a:rPr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566160"/>
            <a:ext cx="3200400" cy="169164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ctr">
              <a:spcBef>
                <a:spcPts val="1800"/>
              </a:spcBef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Riha Sanjay Kokode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486400"/>
            <a:ext cx="101498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Indian Institute of Technology Patna  ·  Artificial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1722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github.com/harshalDharpure/controlplane-regretgate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Generative AI already moves money, data, and people inside enterprises through customer chat, employee copilots, and regulated decision-support. Failures often show up only after the model has already acted.</a:t>
            </a:r>
          </a:p>
          <a:p>
            <a:pPr algn="just">
              <a:spcAft>
                <a:spcPts val="1200"/>
              </a:spcAft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Oversight today is split across quality checks, cost dashboards, and safety filters. The gap: problems are detected after commit, when fixing them is costly and liability is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Three silent failure modes: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C41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Confidently wrong
Hallucinations / poor decisions with certainty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3840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Quietly expensive
Token burn, retries, tool thrash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Responsibility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Subtly unsafe
Bias, leakage, policy violations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Real-world complexities we design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3E5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Different use cases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latency and risk budgets. One fixed checker does not fit 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09728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3E5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Overlapping risks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Bias, hallucination, and privacy often hit together, not as clean buckets.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09728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3E5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No live ground truth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Many claims cannot be perfectly fact-checked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70332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3E5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Over-flag vs under-flag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Too many flags cause bypass. Too few create liability. Must be tunable.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70332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3E5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Agent compounding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bad turn can shape several downstream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70332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3E5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API-layer reality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Enterprises consume models via API, so we work on inputs/outputs and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Solution - RegretGate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Regret = P(failure) x Impact x Irreversibility   (score 0-100)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RegretGate is a pre-commit control plane on pending actions (reply / send / refund / approve / execute / tool loop). It runs parallel checks for performance, cost/thrash, and responsibility, then routes through a regret-priced ladder.</a:t>
            </a:r>
          </a:p>
          <a:p>
            <a:pPr algn="just"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Responsibility risks can hard-block on their own. Every decision leaves a receipt. HITL outcomes recalibrate thresholds so over/under-flagging can be tuned.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84048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Intent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pending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9192" y="384048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Signals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 / C / R in parallel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46904" y="384048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Score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Regret 0-100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14616" y="384048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Ladder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 to hard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82328" y="384048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5. Audit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Receipt + HITL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Intervention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Verification effort follows Expected Regret. Fast where safe. Strict where irreversible.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2103120" cy="3108960"/>
          </a:xfrm>
          <a:prstGeom prst="roundRect">
            <a:avLst>
              <a:gd name="adj" fmla="val 10000"/>
            </a:avLst>
          </a:prstGeom>
          <a:solidFill>
            <a:srgbClr val="168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Near-zero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 instantly
Minimal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9192" y="1645920"/>
            <a:ext cx="2103120" cy="3108960"/>
          </a:xfrm>
          <a:prstGeom prst="roundRect">
            <a:avLst>
              <a:gd name="adj" fmla="val 10000"/>
            </a:avLst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Attach receipt
Proceed with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645920"/>
            <a:ext cx="2103120" cy="310896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Medium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 rewrite
Light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14616" y="1645920"/>
            <a:ext cx="2103120" cy="3108960"/>
          </a:xfrm>
          <a:prstGeom prst="roundRect">
            <a:avLst>
              <a:gd name="adj" fmla="val 10000"/>
            </a:avLst>
          </a:prstGeom>
          <a:solidFill>
            <a:srgbClr val="C41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Hold at gate
Proof or human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82328" y="1645920"/>
            <a:ext cx="2103120" cy="310896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Critical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 block
Responsibility override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Same ladder as the prototype: score -&gt; ladder -&gt; hard block -&gt; HITL -&gt; feedback across support, copilot, and decision-support use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pic>
        <p:nvPicPr>
          <p:cNvPr id="4" name="Picture 3" descr="_arch_ex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320040"/>
            <a:ext cx="9116568" cy="607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6019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Pre-commit middleware: Intent -&gt; parallel P/C/R signals -&gt; Expected Regret -&gt; ladder -&gt; audit / HITL /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Target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532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AI Platform / MLOps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    One consistent gate across apps without killing latency.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64592" cy="21945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532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Risk / Compliance / Privacy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    Audit trail, geo policy packs, hard blocks for leakage.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43000"/>
            <a:ext cx="164592" cy="2194560"/>
          </a:xfrm>
          <a:prstGeom prst="rect">
            <a:avLst/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611880"/>
            <a:ext cx="5532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Business process owners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    HITL only where irreversibility is high (refunds, approvals).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164592" cy="21945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3611880"/>
            <a:ext cx="5532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CIO / Responsible AI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    Trust metrics and tunable over/under-flag tradeoffs.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611880"/>
            <a:ext cx="164592" cy="2194560"/>
          </a:xfrm>
          <a:prstGeom prst="rect">
            <a:avLst/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4. Business case and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2788920" cy="2286000"/>
          </a:xfrm>
          <a:prstGeom prst="roundRect">
            <a:avLst>
              <a:gd name="adj" fmla="val 10000"/>
            </a:avLst>
          </a:prstGeom>
          <a:solidFill>
            <a:srgbClr val="168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Latency preserved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Near-zero / low regret paths stay fast.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097280"/>
            <a:ext cx="2788920" cy="2286000"/>
          </a:xfrm>
          <a:prstGeom prst="roundRect">
            <a:avLst>
              <a:gd name="adj" fmla="val 10000"/>
            </a:avLst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Liability reduced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High-regret approvals and refunds held before commit.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97280"/>
            <a:ext cx="2788920" cy="228600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 waste cut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Thrash detection stops quietly expensive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097280"/>
            <a:ext cx="2788920" cy="2286000"/>
          </a:xfrm>
          <a:prstGeom prst="roundRect">
            <a:avLst>
              <a:gd name="adj" fmla="val 10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 fatigue managed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Effort scales with Expected Regret, thresholds tunable.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11247120" cy="2377440"/>
          </a:xfrm>
          <a:prstGeom prst="roundRect">
            <a:avLst>
              <a:gd name="adj" fmla="val 6000"/>
            </a:avLst>
          </a:prstGeom>
          <a:solidFill>
            <a:srgbClr val="F3E5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 framing (directional): 50,000 AI actions/week, ~3% high-regret, ~0.5% responsibility-critical.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Without a gate: incidents show up in postmortems (refund errors, leakage, agent spend spikes).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RegretGate: high-regret cohort verified pre-commit; critical cohort hard-blocked; low-regret cohort unblocked.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 a small drop in leakage or bad automated payouts usually beats checker operating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5. Phased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
(this submission)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Working PoC, scenarios, ops, docs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27248" y="1554480"/>
            <a:ext cx="182880" cy="32004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37560" y="11887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46888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Shadow then enforce, audit store, PII hooks, FP/FN labels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07608" y="1554480"/>
            <a:ext cx="182880" cy="32004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studio, compounding graph, thrash budgets, GRC export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87968" y="1554480"/>
            <a:ext cx="182880" cy="32004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98280" y="11887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68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3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46888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68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Multi-tenant controls, SDKs, continuous 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6. Risks and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840480" cy="685800"/>
          </a:xfrm>
          <a:prstGeom prst="roundRect">
            <a:avLst>
              <a:gd name="adj" fmla="val 15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Over-flagging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051560"/>
            <a:ext cx="7132320" cy="6858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Ladder + tunable thresholds + fatigue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20"/>
            <a:ext cx="3840480" cy="685800"/>
          </a:xfrm>
          <a:prstGeom prst="roundRect">
            <a:avLst>
              <a:gd name="adj" fmla="val 15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Under-flagging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74520"/>
            <a:ext cx="7132320" cy="6858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Responsibility hard block independent of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3840480" cy="685800"/>
          </a:xfrm>
          <a:prstGeom prst="roundRect">
            <a:avLst>
              <a:gd name="adj" fmla="val 15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ground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697480"/>
            <a:ext cx="7132320" cy="6858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Receipts, soft rewrite hedges, HITL 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40"/>
            <a:ext cx="3840480" cy="685800"/>
          </a:xfrm>
          <a:prstGeom prst="roundRect">
            <a:avLst>
              <a:gd name="adj" fmla="val 15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Aging rules / drift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520440"/>
            <a:ext cx="7132320" cy="6858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Feedback recalibration + versioned policy packs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3840480" cy="685800"/>
          </a:xfrm>
          <a:prstGeom prst="roundRect">
            <a:avLst>
              <a:gd name="adj" fmla="val 15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Latency regression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4343400"/>
            <a:ext cx="7132320" cy="6858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Parallel checks and fast path for low regret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66360"/>
            <a:ext cx="3840480" cy="685800"/>
          </a:xfrm>
          <a:prstGeom prst="roundRect">
            <a:avLst>
              <a:gd name="adj" fmla="val 15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 bypass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5166360"/>
            <a:ext cx="7132320" cy="6858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Platform embedding + audit incompleteness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Prototype and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Round 2 demonstrates the core mechanism on sample data: score -&gt; ladder -&gt; hard block -&gt; HITL -&gt; feedback across three use cases and three silent failure modes. This is a prototype, not a claim of production ML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3657600" cy="2103120"/>
          </a:xfrm>
          <a:prstGeom prst="roundRect">
            <a:avLst>
              <a:gd name="adj" fmla="val 10000"/>
            </a:avLst>
          </a:prstGeom>
          <a:solidFill>
            <a:srgbClr val="00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Plane /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Paste or load a pending action. See score, ladder, rewrite, receipts.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560320"/>
            <a:ext cx="3657600" cy="210312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Scenarios /scenarios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One-click demos: support, copilot, decision, overlap, policy packs.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560320"/>
            <a:ext cx="3657600" cy="2103120"/>
          </a:xfrm>
          <a:prstGeom prst="roundRect">
            <a:avLst>
              <a:gd name="adj" fmla="val 10000"/>
            </a:avLst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Ops /ops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HITL queue, audit log, metrics, feedback, tighten/loosen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GitHub: github.com/harshalDharpure/controlplane-regretgate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Run: npm install  -&gt;  npm run dev  -&gt;  http://localhost:3000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API keys required for the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5663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713232"/>
            <a:ext cx="109728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Prototype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Same ladder in the live app: Pass instantly -&gt; Soft rewrite -&gt; Hold at gate -&gt; Hard block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70432"/>
            <a:ext cx="56235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261872"/>
            <a:ext cx="2103120" cy="292608"/>
          </a:xfrm>
          <a:prstGeom prst="roundRect">
            <a:avLst>
              <a:gd name="adj" fmla="val 30000"/>
            </a:avLst>
          </a:prstGeom>
          <a:solidFill>
            <a:srgbClr val="168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 instantly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26187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Safe FAQ  |  Regret 6</a:t>
            </a:r>
          </a:p>
        </p:txBody>
      </p:sp>
      <p:pic>
        <p:nvPicPr>
          <p:cNvPr id="8" name="Picture 7" descr="p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7632"/>
            <a:ext cx="5440680" cy="1965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170432"/>
            <a:ext cx="56235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3368" y="1261872"/>
            <a:ext cx="2103120" cy="292608"/>
          </a:xfrm>
          <a:prstGeom prst="roundRect">
            <a:avLst>
              <a:gd name="adj" fmla="val 3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26187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Confidently wrong balance  |  Regret 44</a:t>
            </a:r>
          </a:p>
        </p:txBody>
      </p:sp>
      <p:pic>
        <p:nvPicPr>
          <p:cNvPr id="12" name="Picture 11" descr="rewr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27632"/>
            <a:ext cx="5440680" cy="1965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3886200"/>
            <a:ext cx="56235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" y="3977640"/>
            <a:ext cx="2103120" cy="292608"/>
          </a:xfrm>
          <a:prstGeom prst="roundRect">
            <a:avLst>
              <a:gd name="adj" fmla="val 30000"/>
            </a:avLst>
          </a:prstGeom>
          <a:solidFill>
            <a:srgbClr val="C41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Hold at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97764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Tool thrash  |  Regret 65</a:t>
            </a:r>
          </a:p>
        </p:txBody>
      </p:sp>
      <p:pic>
        <p:nvPicPr>
          <p:cNvPr id="16" name="Picture 15" descr="ho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343400"/>
            <a:ext cx="5440680" cy="19659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63640" y="3886200"/>
            <a:ext cx="56235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3368" y="3977640"/>
            <a:ext cx="2103120" cy="292608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97764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Arial"/>
                <a:ea typeface="Arial"/>
                <a:cs typeface="Arial"/>
              </a:rPr>
              <a:t>PII send  |  Regret 78</a:t>
            </a:r>
          </a:p>
        </p:txBody>
      </p:sp>
      <p:pic>
        <p:nvPicPr>
          <p:cNvPr id="20" name="Picture 19" descr="blo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43400"/>
            <a:ext cx="5440680" cy="1965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943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Riha Sanjay Kokode</cp:lastModifiedBy>
  <cp:revision>4</cp:revision>
  <dcterms:created xsi:type="dcterms:W3CDTF">2013-01-27T09:14:16Z</dcterms:created>
  <dcterms:modified xsi:type="dcterms:W3CDTF">2026-08-30T15:25:25Z</dcterms:modified>
  <cp:category/>
</cp:coreProperties>
</file>